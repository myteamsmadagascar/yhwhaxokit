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: STATION IA SCIENTIFIQUE (OFFLINE)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L’excellence pédagogique en Mathématiques &amp; Physique</a:t>
            </a:r>
          </a:p>
          <a:p>
            <a:r>
              <a:t>IA 100% Offline – Madagascar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Modèle de financement partagé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Coût total : 3,50 € / élève / an (pris en charge par l’État)</a:t>
            </a:r>
          </a:p>
          <a:p>
            <a:r>
              <a:t>Objectif : accès équitable et durable à l’innovation pédagogique</a:t>
            </a:r>
          </a:p>
          <a:p>
            <a:r>
              <a:t>ÉTAT : 2,00 € / élève / an (≈ 7 500 Ar) – Équipement</a:t>
            </a:r>
          </a:p>
          <a:p>
            <a:r>
              <a:t>SOCIÉTÉ : 1,50 € / élève / an – Licence IA &amp; installation</a:t>
            </a:r>
          </a:p>
          <a:p>
            <a:r>
              <a:t>Total : 3,50 € / élève / 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Répartition annuelle (par élève)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Partenaire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État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Matériel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Société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IA +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Année 1 – Installation (300 élèves)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total : 1 050 €</a:t>
            </a:r>
          </a:p>
          <a:p>
            <a:r>
              <a:t>Part État : 600 € → Ordinateur + mobilier + sécurisation</a:t>
            </a:r>
          </a:p>
          <a:p>
            <a:r>
              <a:t>Part Société : 450 € → Licence IA + installation + configuration</a:t>
            </a:r>
          </a:p>
          <a:p>
            <a:r>
              <a:t>Un PC suffit grâce au travail par groupes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Année 2+ – Service &amp;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1,50 €/élève/an : mises à jour IA, maintenance, support</a:t>
            </a:r>
          </a:p>
          <a:p>
            <a:r>
              <a:t>Pour 300 élèves : 450 €/an</a:t>
            </a:r>
          </a:p>
          <a:p>
            <a:r>
              <a:t>Extension matériel possible sans hausse du coût logiciel</a:t>
            </a:r>
          </a:p>
          <a:p>
            <a:r>
              <a:t>Financement progressif et maîtrisé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Points clés pour l’État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Aucun investissement initial lourd</a:t>
            </a:r>
          </a:p>
          <a:p>
            <a:r>
              <a:t>Coût annuel extrêmement faible</a:t>
            </a:r>
          </a:p>
          <a:p>
            <a:r>
              <a:t>IA 100% offline sécurisée</a:t>
            </a:r>
          </a:p>
          <a:p>
            <a:r>
              <a:t>Complément direct des enseignants</a:t>
            </a:r>
          </a:p>
          <a:p>
            <a:r>
              <a:t>Équipement durable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Fonctionnement – Borne de Savoir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Installation locale – pas d’internet</a:t>
            </a:r>
          </a:p>
          <a:p>
            <a:r>
              <a:t>Accès illimité</a:t>
            </a:r>
          </a:p>
          <a:p>
            <a:r>
              <a:t>Travail par groupes de 3</a:t>
            </a:r>
          </a:p>
          <a:p>
            <a:r>
              <a:t>Tutorat Maths / Physique</a:t>
            </a:r>
          </a:p>
          <a:p>
            <a:r>
              <a:t>Préparation BEPC / BAC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Optimisation 300 élèves / 1 ordinateur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20% performeurs – usage hebdomadaire</a:t>
            </a:r>
          </a:p>
          <a:p>
            <a:r>
              <a:t>30% en difficulté – usage ponctuel</a:t>
            </a:r>
          </a:p>
          <a:p>
            <a:r>
              <a:t>50% usage collectif</a:t>
            </a:r>
          </a:p>
          <a:p>
            <a:r>
              <a:t>Sessions par groupes → 30–45 min ciblées par élève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groupes de 30 élèves</a:t>
            </a:r>
          </a:p>
          <a:p>
            <a:r>
              <a:t>4h dédiées par classe / semaine</a:t>
            </a:r>
          </a:p>
          <a:p>
            <a:r>
              <a:t>8h libre-service</a:t>
            </a:r>
          </a:p>
          <a:p>
            <a:r>
              <a:t>Rotation fluide sur 40h hebdomadaires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Arguments stratégiques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 l’État : numérisation low-cost</a:t>
            </a:r>
          </a:p>
          <a:p>
            <a:r>
              <a:t>Pour les parents : alternative aux répétiteurs</a:t>
            </a:r>
          </a:p>
          <a:p>
            <a:r>
              <a:t>Pour la société : rentabilité dès année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Trajectoire de réussite 6ème → Terminale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 des lacunes cumulées</a:t>
            </a:r>
          </a:p>
          <a:p>
            <a:r>
              <a:t>Tutorat personnel pendant 7 ans</a:t>
            </a:r>
          </a:p>
          <a:p>
            <a:r>
              <a:t>Bases scientifiques solides</a:t>
            </a:r>
          </a:p>
          <a:p>
            <a:r>
              <a:t>Agilité numérique et prompting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Préparer au télétravail international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Niveau scientifique irréprochable</a:t>
            </a:r>
          </a:p>
          <a:p>
            <a:r>
              <a:t>Maîtrise IA</a:t>
            </a:r>
          </a:p>
          <a:p>
            <a:r>
              <a:t>Experts du travail de demain</a:t>
            </a:r>
          </a:p>
          <a:p>
            <a:r>
              <a:t>Entrée de devises à Madagascar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2030 – Nation de talents numériques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Employabilité mondiale</a:t>
            </a:r>
          </a:p>
          <a:p>
            <a:r>
              <a:t>Souveraineté technologique</a:t>
            </a:r>
          </a:p>
          <a:p>
            <a:r>
              <a:t>Leapfrogging éducatif</a:t>
            </a:r>
          </a:p>
          <a:p>
            <a:r>
              <a:t>Natifs de l’IA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 projet est en avance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 locale robuste</a:t>
            </a:r>
          </a:p>
          <a:p>
            <a:r>
              <a:t>Éducation 3.0</a:t>
            </a:r>
          </a:p>
          <a:p>
            <a:r>
              <a:t>Compétitivité internationale</a:t>
            </a:r>
          </a:p>
          <a:p>
            <a:r>
              <a:t>Madagascar pionnier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Affichage à l'écran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Office Theme</vt:lpstr>
      <vt:lpstr>PROJET : STATION IA SCIENTIFIQUE (OFFLINE)</vt:lpstr>
      <vt:lpstr>1. Modèle de financement partagé</vt:lpstr>
      <vt:lpstr>Répartition annuelle (par élève)</vt:lpstr>
      <vt:lpstr>2. Année 1 – Installation (300 élèves)</vt:lpstr>
      <vt:lpstr>Année 2+ – Service &amp; extension</vt:lpstr>
      <vt:lpstr>3. Points clés pour l’État</vt:lpstr>
      <vt:lpstr>4. Fonctionnement – Borne de Savoir</vt:lpstr>
      <vt:lpstr>Optimisation 300 élèves / 1 ordinateur</vt:lpstr>
      <vt:lpstr>Exemple de planning</vt:lpstr>
      <vt:lpstr>5. Arguments stratégiques</vt:lpstr>
      <vt:lpstr>Trajectoire de réussite 6ème → Terminale</vt:lpstr>
      <vt:lpstr>Préparer au télétravail international</vt:lpstr>
      <vt:lpstr>Vision 2030 – Nation de talents numériques</vt:lpstr>
      <vt:lpstr>Pourquoi ce projet est en avance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: STATION IA SCIENTIFIQUE (OFFLINE)</dc:title>
  <dc:subject/>
  <dc:creator/>
  <cp:keywords/>
  <dc:description>generated using python-pptx</dc:description>
  <cp:lastModifiedBy>MyTeams PRESTATION</cp:lastModifiedBy>
  <cp:revision>2</cp:revision>
  <dcterms:created xsi:type="dcterms:W3CDTF">2013-01-27T09:14:16Z</dcterms:created>
  <dcterms:modified xsi:type="dcterms:W3CDTF">2026-01-25T02:45:21Z</dcterms:modified>
  <cp:category/>
</cp:coreProperties>
</file>